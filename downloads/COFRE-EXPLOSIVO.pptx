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Spline Sans"/>
      <p:regular r:id="rId17"/>
    </p:embeddedFont>
    <p:embeddedFont>
      <p:font typeface="Spline Sans"/>
      <p:regular r:id="rId18"/>
    </p:embeddedFont>
    <p:embeddedFont>
      <p:font typeface="Barlow"/>
      <p:regular r:id="rId19"/>
    </p:embeddedFont>
    <p:embeddedFont>
      <p:font typeface="Barlow"/>
      <p:regular r:id="rId20"/>
    </p:embeddedFont>
    <p:embeddedFont>
      <p:font typeface="Barlow"/>
      <p:regular r:id="rId21"/>
    </p:embeddedFont>
    <p:embeddedFont>
      <p:font typeface="Barlow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O cofre representa a segurança e proteção de bens valiosos, mas também pode ser uma armadilha perigosa
• As luzes e o design futurista criam uma atmosfera de alta tecnologia e perigo iminente
• A explosão do cofre simboliza como a riqueza e o poder podem ser destruídos de forma inesperada e violenta
• As moedas e dinheiro voando representam a natureza efêmera da riqueza material e a instabilidade do sistema financeiro
• A imagem evoca temas de ciberpunk, como a corrupção do sistema e a fragilidade da segurança tecnológica
• Essa imagem serve como um alerta sobre os riscos e armadilhas da busca desenfreada por riqueza e poder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O cofre representa a segurança e proteção de bens valiosos, mas também pode ser uma armadilha perigosa
• As luzes e o design futurista criam uma atmosfera de alta tecnologia e perigo iminente
• A explosão do cofre simboliza como a riqueza e o poder podem ser destruídos de forma inesperada e violenta
• As moedas e dinheiro voando representam a natureza efêmera da riqueza material e a instabilidade do sistema financeiro
• A imagem evoca temas de ciberpunk, como a corrupção do sistema e a fragilidade da segurança tecnológica
• Essa imagem serve como um alerta sobre os riscos e armadilhas da busca desenfreada por riqueza e poder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O cofre representa a segurança e proteção de bens valiosos, mas também pode ser uma armadilha perigosa
• As luzes e o design futurista criam uma atmosfera de alta tecnologia e perigo iminente
• A explosão do cofre simboliza como a riqueza e o poder podem ser destruídos de forma inesperada e violenta
• As moedas e dinheiro voando representam a natureza efêmera da riqueza material e a instabilidade do sistema financeiro
• A imagem evoca temas de ciberpunk, como a corrupção do sistema e a fragilidade da segurança tecnológica
• Essa imagem serve como um alerta sobre os riscos e armadilhas da busca desenfreada por riqueza e poder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O cofre representa a segurança e proteção de bens valiosos, mas também pode ser uma armadilha perigosa
• As luzes e o design futurista criam uma atmosfera de alta tecnologia e perigo iminente
• A explosão do cofre simboliza como a riqueza e o poder podem ser destruídos de forma inesperada e violenta
• As moedas e dinheiro voando representam a natureza efêmera da riqueza material e a instabilidade do sistema financeiro
• A imagem evoca temas de ciberpunk, como a corrupção do sistema e a fragilidade da segurança tecnológica
• Essa imagem serve como um alerta sobre os riscos e armadilhas da busca desenfreada por riqueza e poder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2" Type="http://schemas.openxmlformats.org/officeDocument/2006/relationships/image" Target="../media/image-1010-2.png"/><Relationship Id="rId4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2" Type="http://schemas.openxmlformats.org/officeDocument/2006/relationships/image" Target="../media/image-1011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hyperlink" Target="https://jumperbrasil.com.br/jogos-de-crash-e-o-futuro-dos-cassinos-jet-x-e-betfiery/" TargetMode="External"/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6" Type="http://schemas.openxmlformats.org/officeDocument/2006/relationships/slideLayout" Target="../slideLayouts/slideLayout5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hyperlink" Target="https://repositorio.unicamp.br/Busca/Download?codigoArquivo=554433&amp;tipoMidia=0" TargetMode="External"/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6" Type="http://schemas.openxmlformats.org/officeDocument/2006/relationships/slideLayout" Target="../slideLayouts/slideLayout6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7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8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9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0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1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9882" y="771882"/>
            <a:ext cx="6685836" cy="668583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81063" y="3374946"/>
            <a:ext cx="5553075" cy="6992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COFRE EXPLOSIVO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881063" y="4451747"/>
            <a:ext cx="5553075" cy="402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Abra o tesouro antes que o tempo acabe!</a:t>
            </a:r>
            <a:endParaRPr lang="en-US" sz="1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2614" y="724614"/>
            <a:ext cx="6780371" cy="678037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81063" y="1374934"/>
            <a:ext cx="4755475" cy="59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5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CONCEITO DO JOGO</a:t>
            </a:r>
            <a:endParaRPr lang="en-US" sz="37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063" y="2290286"/>
            <a:ext cx="748903" cy="74890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897380" y="2290286"/>
            <a:ext cx="4536758" cy="34230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Cofre Explosivo é um crash game inovador que desafia os jogadores a abrir um cofre em 3 fases progressivas, utilizando um dial interativo e percepção auditiva para encontrar a combinação correta. Com multiplicadores crescentes, cada etapa exige estratégia e precisão. Na fase final, o Booster Explosivo coloca o jogador diante de uma escolha decisiva: garantir seus ganhos ou arriscar tudo em busca de uma recompensa ainda maior</a:t>
            </a:r>
            <a:endParaRPr lang="en-US" sz="1650" dirty="0"/>
          </a:p>
        </p:txBody>
      </p:sp>
      <p:sp>
        <p:nvSpPr>
          <p:cNvPr id="6" name="Text 2"/>
          <p:cNvSpPr/>
          <p:nvPr/>
        </p:nvSpPr>
        <p:spPr>
          <a:xfrm>
            <a:off x="881063" y="6034326"/>
            <a:ext cx="5553075" cy="820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450"/>
              </a:lnSpc>
              <a:buNone/>
            </a:pPr>
            <a:endParaRPr lang="en-US" sz="5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0"/>
            <a:ext cx="73152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81063" y="1332190"/>
            <a:ext cx="4196001" cy="524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100"/>
              </a:lnSpc>
              <a:buNone/>
            </a:pPr>
            <a:r>
              <a:rPr lang="en-US" sz="3300" b="1" dirty="0">
                <a:solidFill>
                  <a:srgbClr val="000000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PARA O MERCADO</a:t>
            </a:r>
            <a:endParaRPr lang="en-US" sz="33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063" y="2139791"/>
            <a:ext cx="660797" cy="66079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777841" y="2139791"/>
            <a:ext cx="4656296" cy="12082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GAMBLING</a:t>
            </a:r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
</a:t>
            </a:r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Expansão do portfólio de jogos e abertura de portas para novos formatos de game, com nível de imersão e tomada de decisão que potencializa a fidelização do jogador.</a:t>
            </a:r>
            <a:endParaRPr lang="en-US" sz="1450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063" y="3914418"/>
            <a:ext cx="660797" cy="660797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1777841" y="3914418"/>
            <a:ext cx="4656296" cy="12082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CRASH GAME</a:t>
            </a:r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
</a:t>
            </a:r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Mudança e transformação do conceito tradicional do nicho, com fases progressivas, interatividade e tomadas de decisões pós ganho.</a:t>
            </a:r>
            <a:endParaRPr lang="en-US" sz="1450" dirty="0"/>
          </a:p>
        </p:txBody>
      </p:sp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1063" y="5689044"/>
            <a:ext cx="660797" cy="660797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1777841" y="5689044"/>
            <a:ext cx="4656296" cy="12082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INOVAÇÃO</a:t>
            </a:r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
</a:t>
            </a:r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Um novo paradigma, adicionando estratégia ao risco, ampliando a retenção e criando uma experiência dinâmica e viciante."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0"/>
            <a:ext cx="73152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81063" y="1277541"/>
            <a:ext cx="4610457" cy="489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850"/>
              </a:lnSpc>
              <a:buNone/>
            </a:pPr>
            <a:r>
              <a:rPr lang="en-US" sz="3050" b="1" dirty="0">
                <a:solidFill>
                  <a:srgbClr val="000000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PARA GAMING PROVIDER</a:t>
            </a:r>
            <a:endParaRPr lang="en-US" sz="30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063" y="2031325"/>
            <a:ext cx="616744" cy="61674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718072" y="2031325"/>
            <a:ext cx="4716066" cy="112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RETENÇÃO</a:t>
            </a:r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
</a:t>
            </a:r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Jogos de crash, como </a:t>
            </a:r>
            <a:pPr algn="l" indent="0" marL="0">
              <a:lnSpc>
                <a:spcPts val="22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 Jet X</a:t>
            </a:r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, apresentam uma </a:t>
            </a:r>
            <a:pPr algn="l" indent="0" marL="0">
              <a:lnSpc>
                <a:spcPts val="22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taxa de retenção 30% superior aos slots tradicionais</a:t>
            </a:r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, devido ao seu formato dinâmico e interativo. *</a:t>
            </a:r>
            <a:endParaRPr lang="en-US" sz="1350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063" y="3687723"/>
            <a:ext cx="616744" cy="616744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1718072" y="3687723"/>
            <a:ext cx="4716066" cy="112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MAIS ENGAJAMENTO</a:t>
            </a:r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
</a:t>
            </a:r>
            <a:pPr algn="l" indent="0" marL="0">
              <a:lnSpc>
                <a:spcPts val="22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Jogadores participam</a:t>
            </a:r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, em média, de</a:t>
            </a:r>
            <a:pPr algn="l" indent="0" marL="0">
              <a:lnSpc>
                <a:spcPts val="22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60 rodadas por sessão </a:t>
            </a:r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em plataformas como a </a:t>
            </a:r>
            <a:pPr algn="l" indent="0" marL="0">
              <a:lnSpc>
                <a:spcPts val="22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BetFiery</a:t>
            </a:r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, demonstrando alto nível de engajamento. *</a:t>
            </a:r>
            <a:endParaRPr lang="en-US" sz="1350" dirty="0"/>
          </a:p>
        </p:txBody>
      </p:sp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1063" y="5344120"/>
            <a:ext cx="616744" cy="616744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1718072" y="5344120"/>
            <a:ext cx="4716066" cy="112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MERCADO EM CRESCIMENTO</a:t>
            </a:r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
</a:t>
            </a:r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 mercado global de</a:t>
            </a:r>
            <a:pPr algn="l" indent="0" marL="0">
              <a:lnSpc>
                <a:spcPts val="22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jogos de crash tem crescido 35% ao ano desde 2020</a:t>
            </a:r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, destacando-se em regiões como América Latina e Ásia. *</a:t>
            </a:r>
            <a:endParaRPr lang="en-US" sz="1350" dirty="0"/>
          </a:p>
        </p:txBody>
      </p:sp>
      <p:sp>
        <p:nvSpPr>
          <p:cNvPr id="10" name="Text 4"/>
          <p:cNvSpPr/>
          <p:nvPr/>
        </p:nvSpPr>
        <p:spPr>
          <a:xfrm>
            <a:off x="881063" y="6670119"/>
            <a:ext cx="5553075" cy="2819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80808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* Fonte:</a:t>
            </a:r>
            <a:pPr algn="r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</a:t>
            </a:r>
            <a:pPr algn="r" indent="0" marL="0">
              <a:lnSpc>
                <a:spcPts val="2200"/>
              </a:lnSpc>
              <a:buNone/>
            </a:pPr>
            <a:r>
              <a:rPr lang="en-US" sz="1350" u="sng" dirty="0">
                <a:solidFill>
                  <a:srgbClr val="808080"/>
                </a:solidFill>
                <a:latin typeface="Barlow" pitchFamily="34" charset="0"/>
                <a:ea typeface="Barlow" pitchFamily="34" charset="-122"/>
                <a:cs typeface="Barlow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Jumper Brasil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0"/>
            <a:ext cx="73152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81063" y="1277541"/>
            <a:ext cx="4348163" cy="489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850"/>
              </a:lnSpc>
              <a:buNone/>
            </a:pPr>
            <a:r>
              <a:rPr lang="en-US" sz="3050" b="1" dirty="0">
                <a:solidFill>
                  <a:srgbClr val="000000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DIFERENCIAIS DO JOGO</a:t>
            </a:r>
            <a:endParaRPr lang="en-US" sz="30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063" y="2031325"/>
            <a:ext cx="616744" cy="61674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718072" y="2031325"/>
            <a:ext cx="4716066" cy="112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SENSAÇÃO DE CONTROLE</a:t>
            </a:r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
</a:t>
            </a:r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 mecânica interativa do dial permite ao jogador sentir que influencia o resultado, </a:t>
            </a:r>
            <a:pPr algn="l" indent="0" marL="0">
              <a:lnSpc>
                <a:spcPts val="22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elevando a imersão e reduzindo a sensação de aleatoriedade</a:t>
            </a:r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.</a:t>
            </a:r>
            <a:endParaRPr lang="en-US" sz="1350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063" y="3687723"/>
            <a:ext cx="616744" cy="616744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1718072" y="3687723"/>
            <a:ext cx="4716066" cy="112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APELO AUDITIVO</a:t>
            </a:r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
</a:t>
            </a:r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Estímulos sonoros aprimoram o engajamento e a retenção em jogos, </a:t>
            </a:r>
            <a:pPr algn="l" indent="0" marL="0">
              <a:lnSpc>
                <a:spcPts val="22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ativando áreas do cérebro ligadas à tomada de decisão e à expectativa de recompensa</a:t>
            </a:r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. *</a:t>
            </a:r>
            <a:endParaRPr lang="en-US" sz="1350" dirty="0"/>
          </a:p>
        </p:txBody>
      </p:sp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1063" y="5344120"/>
            <a:ext cx="616744" cy="616744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1718072" y="5344120"/>
            <a:ext cx="4716066" cy="112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TOMADA DE DECISÃO EMOCIONAL</a:t>
            </a:r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
</a:t>
            </a:r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 escolha entre parar ou arriscar no Booster Explosivo </a:t>
            </a:r>
            <a:pPr algn="l" indent="0" marL="0">
              <a:lnSpc>
                <a:spcPts val="22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ativa gatilhos psicológicos que ampliam a adrenalina e aumentam a retenção</a:t>
            </a:r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.</a:t>
            </a:r>
            <a:endParaRPr lang="en-US" sz="1350" dirty="0"/>
          </a:p>
        </p:txBody>
      </p:sp>
      <p:sp>
        <p:nvSpPr>
          <p:cNvPr id="10" name="Text 4"/>
          <p:cNvSpPr/>
          <p:nvPr/>
        </p:nvSpPr>
        <p:spPr>
          <a:xfrm>
            <a:off x="881063" y="6670119"/>
            <a:ext cx="5553075" cy="2819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* ​Fonte: </a:t>
            </a:r>
            <a:pPr algn="r" indent="0" marL="0">
              <a:lnSpc>
                <a:spcPts val="2200"/>
              </a:lnSpc>
              <a:buNone/>
            </a:pPr>
            <a:r>
              <a:rPr lang="en-US" sz="1350" u="sng" dirty="0">
                <a:solidFill>
                  <a:srgbClr val="808080"/>
                </a:solidFill>
                <a:latin typeface="Barlow" pitchFamily="34" charset="0"/>
                <a:ea typeface="Barlow" pitchFamily="34" charset="-122"/>
                <a:cs typeface="Barlow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Unicamp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0"/>
            <a:ext cx="73152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81063" y="787837"/>
            <a:ext cx="3636526" cy="454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50"/>
              </a:lnSpc>
              <a:buNone/>
            </a:pPr>
            <a:r>
              <a:rPr lang="en-US" sz="2850" b="1" dirty="0">
                <a:solidFill>
                  <a:srgbClr val="000000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O JOGO</a:t>
            </a:r>
            <a:endParaRPr lang="en-US" sz="28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063" y="1487686"/>
            <a:ext cx="572691" cy="57269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658303" y="1487686"/>
            <a:ext cx="4775835" cy="1831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FASE 1: O PRIMEIRO DESAFIO</a:t>
            </a:r>
            <a:pPr algn="l" indent="0" marL="0">
              <a:lnSpc>
                <a:spcPts val="205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
</a:t>
            </a:r>
            <a:pPr algn="l" indent="0" marL="0">
              <a:lnSpc>
                <a:spcPts val="205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 jogador inicia a rodada apostando valores de 0,25 a 10,00. Após a definição do valor escolhido, o jogador gira o dial do cofre. Há uma ajuda sonora nesta fase, que entrega, sutilmente, o número a ser escolhido. Se acertar o número correto, avança para a próxima fase com um multiplicador de 1 ou 2X. O jogador tem </a:t>
            </a:r>
            <a:pPr algn="l" indent="0" marL="0">
              <a:lnSpc>
                <a:spcPts val="205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20 segundos</a:t>
            </a:r>
            <a:pPr algn="l" indent="0" marL="0">
              <a:lnSpc>
                <a:spcPts val="205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para tomar sua decisão.</a:t>
            </a:r>
            <a:endParaRPr lang="en-US" sz="1250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063" y="3810476"/>
            <a:ext cx="572691" cy="572691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1658303" y="3810476"/>
            <a:ext cx="4775835" cy="1570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FASE 2: O DESAFIO SE INTENSIFICA</a:t>
            </a:r>
            <a:pPr algn="l" indent="0" marL="0">
              <a:lnSpc>
                <a:spcPts val="205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
</a:t>
            </a:r>
            <a:pPr algn="l" indent="0" marL="0">
              <a:lnSpc>
                <a:spcPts val="205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Para quem avança para essa fase, o booster entra em ação novamente e vai aumentar o resultado da última aposta em 2 ou 3X. Volta a tela do dial para a escolha do número e ainda há a ajuda sonora nesta fase. Acertando, o jogador vai para a última fase. O tempo de decisão permanece </a:t>
            </a:r>
            <a:pPr algn="l" indent="0" marL="0">
              <a:lnSpc>
                <a:spcPts val="205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20 segundos</a:t>
            </a:r>
            <a:pPr algn="l" indent="0" marL="0">
              <a:lnSpc>
                <a:spcPts val="205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.</a:t>
            </a:r>
            <a:endParaRPr lang="en-US" sz="1250" dirty="0"/>
          </a:p>
        </p:txBody>
      </p:sp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1063" y="5871567"/>
            <a:ext cx="572691" cy="572691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1658303" y="5871567"/>
            <a:ext cx="4775835" cy="1570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FASE FINAL: A ENTREGA DO PRÊMIO</a:t>
            </a:r>
            <a:pPr algn="l" indent="0" marL="0">
              <a:lnSpc>
                <a:spcPts val="205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
</a:t>
            </a:r>
            <a:pPr algn="l" indent="0" marL="0">
              <a:lnSpc>
                <a:spcPts val="205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 booster é elevado nesta fase e a multiplicação é de 3 a 5X, podendo o prêmio chegar a 300,00! Aqui, já não há a ajuda sonora (exceto quando o sistema entender que vai entregar o prêmio) . A escolha precisa ser feita em </a:t>
            </a:r>
            <a:pPr algn="l" indent="0" marL="0">
              <a:lnSpc>
                <a:spcPts val="205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20 segundos</a:t>
            </a:r>
            <a:pPr algn="l" indent="0" marL="0">
              <a:lnSpc>
                <a:spcPts val="205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, e a fase termina com a escolha certa.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0"/>
            <a:ext cx="7315200" cy="823221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73800" y="686633"/>
            <a:ext cx="3606522" cy="4507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O JOGO</a:t>
            </a:r>
            <a:endParaRPr lang="en-US" sz="28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800" y="1380768"/>
            <a:ext cx="567928" cy="56792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644491" y="1380768"/>
            <a:ext cx="4796909" cy="2076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FASE BOOSTER EXPLOSIVO</a:t>
            </a:r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
</a:t>
            </a:r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Se o jogador vencer as três fases, ele se depara com o </a:t>
            </a:r>
            <a:pPr algn="l" indent="0" marL="0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Booster Explosivo.</a:t>
            </a:r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Ele pode ou não jogar essa fase de gigantes multiplicações. Booster de 5, 10 e 30X poderão fazer o grande sortudo ganhar até 9.000,00 numa única rodada. Nessa fase nunca haverá auxílio sonoro e o tempo de decisão é também de </a:t>
            </a:r>
            <a:pPr algn="l" indent="0" marL="0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20 segundos</a:t>
            </a:r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. Escolhendo o número correto, o jogador abre o cofre e leva todo o dinheiro para sua conta.</a:t>
            </a:r>
            <a:endParaRPr lang="en-US" sz="1250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800" y="3944064"/>
            <a:ext cx="567928" cy="567928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1644491" y="3944064"/>
            <a:ext cx="4796909" cy="1557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MECÂNICA DO DIAL INTERATIVO</a:t>
            </a:r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
</a:t>
            </a:r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Todas as fases utilizam um dial giratório, que simula a manipulação real de um cofre. O jogador deve girar e posicionar o marcador corretamente antes de confirmar a escolha. Na fase 1 os números são de 0 a 9, fase 2 de 0 a 6, fase 3 de 0 a 2 e na fase booster explosivo, também de 0 a 2.</a:t>
            </a:r>
            <a:endParaRPr lang="en-US" sz="1250" dirty="0"/>
          </a:p>
        </p:txBody>
      </p:sp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800" y="5988248"/>
            <a:ext cx="567928" cy="567928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1644491" y="5988248"/>
            <a:ext cx="4796909" cy="1557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VERSÃO 2.0: COMPETIÇÃO EM GRUPO</a:t>
            </a:r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
</a:t>
            </a:r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 Cofre Explosivo evoluirá para um </a:t>
            </a:r>
            <a:pPr algn="l" indent="0" marL="0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modo multiplayer</a:t>
            </a:r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, permitindo que grupos de jogadores participem de rodadas simultaneamente. Cada jogador fará suas escolhas individualmente, mas poderá visualizar as apostas e resultados dos outros competidores em tempo real.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0"/>
            <a:ext cx="73152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81063" y="1180386"/>
            <a:ext cx="4405313" cy="454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50"/>
              </a:lnSpc>
              <a:buNone/>
            </a:pPr>
            <a:r>
              <a:rPr lang="en-US" sz="2850" b="1" dirty="0">
                <a:solidFill>
                  <a:srgbClr val="000000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GATILHOS PSICOLÓGICOS</a:t>
            </a:r>
            <a:endParaRPr lang="en-US" sz="28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063" y="1880235"/>
            <a:ext cx="572691" cy="57269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658303" y="1880235"/>
            <a:ext cx="4775835" cy="1570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TENSÃO E IMERSÃO</a:t>
            </a:r>
            <a:pPr algn="l" indent="0" marL="0">
              <a:lnSpc>
                <a:spcPts val="205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
</a:t>
            </a:r>
            <a:pPr algn="l" indent="0" marL="0">
              <a:lnSpc>
                <a:spcPts val="205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 combinação de </a:t>
            </a:r>
            <a:pPr algn="l" indent="0" marL="0">
              <a:lnSpc>
                <a:spcPts val="205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tempo decrescente</a:t>
            </a:r>
            <a:pPr algn="l" indent="0" marL="0">
              <a:lnSpc>
                <a:spcPts val="205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, </a:t>
            </a:r>
            <a:pPr algn="l" indent="0" marL="0">
              <a:lnSpc>
                <a:spcPts val="205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escolhas limitadas</a:t>
            </a:r>
            <a:pPr algn="l" indent="0" marL="0">
              <a:lnSpc>
                <a:spcPts val="205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e </a:t>
            </a:r>
            <a:pPr algn="l" indent="0" marL="0">
              <a:lnSpc>
                <a:spcPts val="205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multiplicadores crescentes</a:t>
            </a:r>
            <a:pPr algn="l" indent="0" marL="0">
              <a:lnSpc>
                <a:spcPts val="205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mantém os jogadores em um estado contínuo de excitação. Os alertas de 10 e 5 segundos reforçam a urgência, ampliando o engajamento e incentivando decisões rápidas.</a:t>
            </a:r>
            <a:endParaRPr lang="en-US" sz="1250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063" y="3941326"/>
            <a:ext cx="572691" cy="572691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1658303" y="3941326"/>
            <a:ext cx="4775835" cy="1308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EFEITO PSICOLÓGICO</a:t>
            </a:r>
            <a:pPr algn="l" indent="0" marL="0">
              <a:lnSpc>
                <a:spcPts val="205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
</a:t>
            </a:r>
            <a:pPr algn="l" indent="0" marL="0">
              <a:lnSpc>
                <a:spcPts val="205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Estudos indicam que mecânicas de contagem regressiva e desafios progressivos elevam a imersão ao ativar áreas do cérebro ligadas à expectativa e recompensa. Essa estrutura gera tensão crescente, mantendo o jogador focado e motivado. *</a:t>
            </a:r>
            <a:endParaRPr lang="en-US" sz="1250" dirty="0"/>
          </a:p>
        </p:txBody>
      </p:sp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1063" y="5740718"/>
            <a:ext cx="572691" cy="572691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1658303" y="5740718"/>
            <a:ext cx="4775835" cy="1308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ENGAJAMENTO PROLONGADO</a:t>
            </a:r>
            <a:pPr algn="l" indent="0" marL="0">
              <a:lnSpc>
                <a:spcPts val="205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
</a:t>
            </a:r>
            <a:pPr algn="l" indent="0" marL="0">
              <a:lnSpc>
                <a:spcPts val="205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 estrutura do jogo potencializa a retenção, desafiando o jogador a superar seus próprios limites. A tensão acumulada a cada fase aumenta a necessidade de continuar jogando, tornando cada aposta mais envolvente e estratégica.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1182" y="693182"/>
            <a:ext cx="6843236" cy="684323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81063" y="1395055"/>
            <a:ext cx="4287798" cy="524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100"/>
              </a:lnSpc>
              <a:buNone/>
            </a:pPr>
            <a:r>
              <a:rPr lang="en-US" sz="3300" b="1" dirty="0">
                <a:solidFill>
                  <a:srgbClr val="000000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O PRÓXIMO SUCESSO</a:t>
            </a:r>
            <a:endParaRPr lang="en-US" sz="33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063" y="2202656"/>
            <a:ext cx="660797" cy="66079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777841" y="2202656"/>
            <a:ext cx="4656296" cy="36247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Cofre Explosivo se destaca como um investimento sólido ao unir inovação, mecânica envolvente e alta retenção. Sua combinação de fases progressivas, tomada de decisão estratégica e estímulos sensoriais cria uma experiência única, ampliando o tempo médio de sessão e incentivando apostas recorrentes. A fase Booster Explosivo adiciona um diferencial psicológico poderoso, impulsionando a recorrência e o engajamento. Além disso, sua estrutura escalável e a futura versão multiplayer aumentam ainda mais seu potencial de monetização, tornando-o um produto diferenciado e altamente competitivo no mercado de crash games.</a:t>
            </a:r>
            <a:endParaRPr lang="en-US" sz="1450" dirty="0"/>
          </a:p>
        </p:txBody>
      </p:sp>
      <p:sp>
        <p:nvSpPr>
          <p:cNvPr id="6" name="Text 2"/>
          <p:cNvSpPr/>
          <p:nvPr/>
        </p:nvSpPr>
        <p:spPr>
          <a:xfrm>
            <a:off x="881063" y="6110526"/>
            <a:ext cx="5553075" cy="723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650"/>
              </a:lnSpc>
              <a:buNone/>
            </a:pPr>
            <a:endParaRPr lang="en-US" sz="4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2614" y="724614"/>
            <a:ext cx="6780371" cy="678037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81063" y="1182529"/>
            <a:ext cx="4755475" cy="59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5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MVP - V1</a:t>
            </a:r>
            <a:endParaRPr lang="en-US" sz="37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063" y="2097881"/>
            <a:ext cx="855940" cy="85594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004417" y="2097881"/>
            <a:ext cx="4429720" cy="2053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Acesse o QRCode abaixo e veja a V1 do MVP. </a:t>
            </a:r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
</a:t>
            </a:r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 Cofre ainda não explodiu e quero abri-lo com você! Juntos, mudaremos a forma dos jogos de crash game. </a:t>
            </a:r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
</a:t>
            </a:r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Invista agora e prepare-se para o sucesso no mundo dos jogos online!</a:t>
            </a:r>
            <a:endParaRPr lang="en-US" sz="1650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2228" y="4392454"/>
            <a:ext cx="3851910" cy="213991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881063" y="6773108"/>
            <a:ext cx="5553075" cy="273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1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COFRE EXPLOSIVO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2025-03-21T01:34:02Z</dcterms:created>
  <dcterms:modified xsi:type="dcterms:W3CDTF">2025-03-21T01:34:02Z</dcterms:modified>
</cp:coreProperties>
</file>